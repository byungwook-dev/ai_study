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74b78f9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74b78f9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74b78f94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74b78f94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74b78f94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74b78f94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74b78f94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74b78f94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3400"/>
            <a:ext cx="8839200" cy="354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'데이터의 분포'를 가장 잘 표현하는 방향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15441" l="0" r="47691" t="0"/>
          <a:stretch/>
        </p:blipFill>
        <p:spPr>
          <a:xfrm>
            <a:off x="1609550" y="1290000"/>
            <a:ext cx="4623750" cy="3001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4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25009" l="6055" r="47690" t="0"/>
          <a:stretch/>
        </p:blipFill>
        <p:spPr>
          <a:xfrm>
            <a:off x="2144750" y="1290000"/>
            <a:ext cx="4088550" cy="266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5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5"/>
          <p:cNvCxnSpPr/>
          <p:nvPr/>
        </p:nvCxnSpPr>
        <p:spPr>
          <a:xfrm>
            <a:off x="1271325" y="2738675"/>
            <a:ext cx="6026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3655825" y="1059750"/>
            <a:ext cx="0" cy="3697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5"/>
          <p:cNvSpPr txBox="1"/>
          <p:nvPr/>
        </p:nvSpPr>
        <p:spPr>
          <a:xfrm>
            <a:off x="5560800" y="152557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(2, 1)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560800" y="285225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x1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908525" y="88902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x2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368775" y="3818950"/>
            <a:ext cx="66993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↑ 위 벡터를 주성분 (Principal Component) 이라고 부릅니다.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주성분 벡터는 '원본 데이터'에 있는 '어떤 방향'입니다.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샘플데이터를 주성분에 투영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25009" l="6055" r="47690" t="0"/>
          <a:stretch/>
        </p:blipFill>
        <p:spPr>
          <a:xfrm>
            <a:off x="2144750" y="1290000"/>
            <a:ext cx="4088550" cy="266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6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6"/>
          <p:cNvCxnSpPr/>
          <p:nvPr/>
        </p:nvCxnSpPr>
        <p:spPr>
          <a:xfrm>
            <a:off x="1271325" y="2738675"/>
            <a:ext cx="6026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3655825" y="1059750"/>
            <a:ext cx="0" cy="3697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/>
        </p:nvSpPr>
        <p:spPr>
          <a:xfrm>
            <a:off x="3893025" y="130920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s(4, 2)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560800" y="285225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x1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908525" y="88902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x2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912450" y="1711400"/>
            <a:ext cx="165000" cy="1650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16"/>
          <p:cNvCxnSpPr>
            <a:stCxn id="86" idx="5"/>
          </p:cNvCxnSpPr>
          <p:nvPr/>
        </p:nvCxnSpPr>
        <p:spPr>
          <a:xfrm>
            <a:off x="4053286" y="1852236"/>
            <a:ext cx="236100" cy="3333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8" name="Google Shape;88;p16"/>
          <p:cNvSpPr txBox="1"/>
          <p:nvPr/>
        </p:nvSpPr>
        <p:spPr>
          <a:xfrm>
            <a:off x="4530675" y="2185525"/>
            <a:ext cx="826200" cy="461700"/>
          </a:xfrm>
          <a:prstGeom prst="rect">
            <a:avLst/>
          </a:prstGeom>
          <a:solidFill>
            <a:srgbClr val="FFFFFF">
              <a:alpha val="60380"/>
            </a:srgbClr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p(4.5)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두번째 주성분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25009" l="6055" r="47690" t="0"/>
          <a:stretch/>
        </p:blipFill>
        <p:spPr>
          <a:xfrm>
            <a:off x="2144750" y="1290000"/>
            <a:ext cx="4088550" cy="266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7"/>
          <p:cNvCxnSpPr/>
          <p:nvPr/>
        </p:nvCxnSpPr>
        <p:spPr>
          <a:xfrm flipH="1" rot="10800000">
            <a:off x="2513525" y="1680725"/>
            <a:ext cx="2503800" cy="1913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/>
          <p:nvPr/>
        </p:nvCxnSpPr>
        <p:spPr>
          <a:xfrm>
            <a:off x="1271325" y="2738675"/>
            <a:ext cx="6026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7"/>
          <p:cNvCxnSpPr/>
          <p:nvPr/>
        </p:nvCxnSpPr>
        <p:spPr>
          <a:xfrm>
            <a:off x="3655825" y="1059750"/>
            <a:ext cx="0" cy="3697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/>
        </p:nvSpPr>
        <p:spPr>
          <a:xfrm>
            <a:off x="5560800" y="2852250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x1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908525" y="889025"/>
            <a:ext cx="9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x2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 rot="10800000">
            <a:off x="2998550" y="1971975"/>
            <a:ext cx="621300" cy="7764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7"/>
          <p:cNvSpPr txBox="1"/>
          <p:nvPr/>
        </p:nvSpPr>
        <p:spPr>
          <a:xfrm>
            <a:off x="3545175" y="0"/>
            <a:ext cx="5747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[주성분의 개수]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'첫번째 주성분'을 찾은 다음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이 벡터에 수직이고 분산이 가장 큰 다음 방향을 찾습니다.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이 벡터가 '두 번째 주성분'.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