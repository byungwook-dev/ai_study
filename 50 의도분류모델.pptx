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fcc6067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fcc6067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844550" y="792350"/>
            <a:ext cx="816300" cy="336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embedding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layer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722025" y="792350"/>
            <a:ext cx="816300" cy="336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input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200250" y="1953000"/>
            <a:ext cx="2743500" cy="101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Conv2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conv2 + pool2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3200250" y="3172200"/>
            <a:ext cx="2743500" cy="101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Conv3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conv3 + pool3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200250" y="733800"/>
            <a:ext cx="2743500" cy="101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Conv1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conv1 + pool1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298775" y="888450"/>
            <a:ext cx="816300" cy="336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concat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7546150" y="825000"/>
            <a:ext cx="816300" cy="336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classification</a:t>
            </a:r>
            <a:endParaRPr/>
          </a:p>
        </p:txBody>
      </p:sp>
      <p:cxnSp>
        <p:nvCxnSpPr>
          <p:cNvPr id="61" name="Google Shape;61;p13"/>
          <p:cNvCxnSpPr>
            <a:stCxn id="54" idx="3"/>
            <a:endCxn id="58" idx="1"/>
          </p:cNvCxnSpPr>
          <p:nvPr/>
        </p:nvCxnSpPr>
        <p:spPr>
          <a:xfrm flipH="1" rot="10800000">
            <a:off x="2660850" y="1243550"/>
            <a:ext cx="539400" cy="1232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3"/>
          <p:cNvCxnSpPr>
            <a:stCxn id="54" idx="3"/>
            <a:endCxn id="56" idx="1"/>
          </p:cNvCxnSpPr>
          <p:nvPr/>
        </p:nvCxnSpPr>
        <p:spPr>
          <a:xfrm flipH="1" rot="10800000">
            <a:off x="2660850" y="2462750"/>
            <a:ext cx="539400" cy="1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>
            <a:stCxn id="54" idx="3"/>
            <a:endCxn id="57" idx="1"/>
          </p:cNvCxnSpPr>
          <p:nvPr/>
        </p:nvCxnSpPr>
        <p:spPr>
          <a:xfrm>
            <a:off x="2660850" y="2475650"/>
            <a:ext cx="539400" cy="1206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